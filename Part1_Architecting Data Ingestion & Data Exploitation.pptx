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8"/>
  </p:normalViewPr>
  <p:slideViewPr>
    <p:cSldViewPr snapToGrid="0">
      <p:cViewPr varScale="1">
        <p:scale>
          <a:sx n="95" d="100"/>
          <a:sy n="95" d="100"/>
        </p:scale>
        <p:origin x="20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A462-ED12-0881-06EE-12132E6E7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3E581-71CD-48A9-62BA-6A13A5C74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F4C73-5426-0B20-C6E2-EA0A15F76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B2E2-D021-1741-B1DB-3C61B2859C23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F3D11-7E80-33FB-10D8-6FD599A69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80C29-5F3A-2A1C-8261-C0A00168B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4BB2-7985-294B-8B7F-CFA2A45D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FFC84-C2A3-349C-D229-2C65337CF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089D5-A11B-84F5-C2C6-65041CA4B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83891-B6AF-2038-9191-6486F8407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B2E2-D021-1741-B1DB-3C61B2859C23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C2022-A487-61BF-2E95-73E0B6E20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7684B-C2FE-708C-D4D8-09A0F7B21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4BB2-7985-294B-8B7F-CFA2A45D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48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1A44-5C67-830D-5A32-D61E2CC63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FE5A0-7F01-810A-8A48-9DB62FC6C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C0386-8429-7E60-3792-41BD1B863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B2E2-D021-1741-B1DB-3C61B2859C23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0862C-993E-BC91-78BF-43DA25294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A48F6-6025-46C9-BE43-981F0EFE7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4BB2-7985-294B-8B7F-CFA2A45D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631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8F9F-6F71-B59D-5897-3531CA451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4A006-A9C3-7CE8-84A2-57E5A8F5AC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54291-322A-CE05-3CDA-EC8FAFC9B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EE2BE-710C-9F79-550B-40DEE441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B2E2-D021-1741-B1DB-3C61B2859C23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FA253-CBD0-D5EB-14A3-F36B77EB5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8617A-6FBF-795D-1073-F6D117199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4BB2-7985-294B-8B7F-CFA2A45D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64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A7437-DEFE-C551-C129-404CEF788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ED2BC-C641-F750-D9AF-57C4D398C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5AC070-CA34-1AEA-6D90-1FE4B02B3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32221-FB27-6F6B-4AAF-24EA14C0D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A423E1-6730-825D-02F4-C723F09B1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FC7A1-5831-F1EE-2B9D-45AE7DA74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B2E2-D021-1741-B1DB-3C61B2859C23}" type="datetimeFigureOut">
              <a:rPr lang="en-US" smtClean="0"/>
              <a:t>7/19/26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37F1FF-7CFB-83BC-300F-7CAB6059C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EC29DA-7052-145A-5A04-45F601773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4BB2-7985-294B-8B7F-CFA2A45D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93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2DB4B-F44E-86A3-E5BF-657C1D326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141ACF-D73F-3416-EF5B-D8304101B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B2E2-D021-1741-B1DB-3C61B2859C23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9B3EBB-621D-DD87-5F97-754B4075E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3E15A9-BAA2-B060-57C0-A7971C4A8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4BB2-7985-294B-8B7F-CFA2A45D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386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6C96B9-82B0-487C-B484-37B7B1F66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B2E2-D021-1741-B1DB-3C61B2859C23}" type="datetimeFigureOut">
              <a:rPr lang="en-US" smtClean="0"/>
              <a:t>7/19/26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25914-CD6E-DB29-038E-65473F5A0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79384-73F1-7614-5439-7DC4D8C46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4BB2-7985-294B-8B7F-CFA2A45D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042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8C0FD-6180-BBED-E8CE-FAEECB69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8DF53-46E4-8679-F769-5DC4319B0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504023-A16A-A5FA-665C-EB9ADB8DD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6F5CA-FE2C-7DAE-FEF5-301D88DD1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B2E2-D021-1741-B1DB-3C61B2859C23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FFF93-9A0A-C9C7-EA45-A34C8C6BF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6893C-0EBE-DA3B-64BE-F319D98E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4BB2-7985-294B-8B7F-CFA2A45D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730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78123-C35F-9A15-58F3-C9CB141C4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ED8ECB-4434-84B3-789D-D81233F117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89437-0FF6-8166-A493-360AC7C8A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61F44-BF61-2775-6E3D-325343106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B2E2-D021-1741-B1DB-3C61B2859C23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3DDD8A-B11E-4451-3CB7-91CCE6D03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BB5C5-44F1-8A08-B265-0266D4CB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4BB2-7985-294B-8B7F-CFA2A45D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1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DDE18-6810-A502-89C0-AACA9FA74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C73523-FE73-147E-6EFF-ED2F94D78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086F4-DE5B-788B-4C11-9EEFFE684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B2E2-D021-1741-B1DB-3C61B2859C23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ECA1D-46B0-E560-2926-92502C39B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29E95-0A71-C720-190B-3C5AF94FC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4BB2-7985-294B-8B7F-CFA2A45D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1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74A81B-579E-CC1C-C20E-C1447F01AB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ACF262-601F-170A-367D-30241C3D5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3AE3C-A393-6D9F-C1D1-7BB753DA2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B2E2-D021-1741-B1DB-3C61B2859C23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A721D-E4DF-F9F5-84AB-DF8D94246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A3D30-55D2-EC5F-D03A-525A1197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4BB2-7985-294B-8B7F-CFA2A45D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17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CCD1D-C012-0CDF-21FE-D9C97DD7B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0C991-7C18-C889-C79F-F7167E40A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7FD21-87E3-12F6-9FA2-96FD224B4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49B2E2-D021-1741-B1DB-3C61B2859C23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34B98-4391-F794-E0D6-F3840A351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F802F-1F20-857B-F8A6-F59BF4A9BE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34BB2-7985-294B-8B7F-CFA2A45D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14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6A8603-155F-FF0B-59BD-9B3FAB183BEC}"/>
              </a:ext>
            </a:extLst>
          </p:cNvPr>
          <p:cNvSpPr/>
          <p:nvPr/>
        </p:nvSpPr>
        <p:spPr>
          <a:xfrm>
            <a:off x="3670838" y="743682"/>
            <a:ext cx="1592278" cy="457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Input CSV Files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2C1A35-5A70-8ADF-97F4-66257A425FF3}"/>
              </a:ext>
            </a:extLst>
          </p:cNvPr>
          <p:cNvSpPr txBox="1"/>
          <p:nvPr/>
        </p:nvSpPr>
        <p:spPr>
          <a:xfrm>
            <a:off x="3625702" y="202019"/>
            <a:ext cx="2004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HDB ETL Pipeline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7D1FFD-BD5E-CD63-C19B-C55F8174B61E}"/>
              </a:ext>
            </a:extLst>
          </p:cNvPr>
          <p:cNvSpPr/>
          <p:nvPr/>
        </p:nvSpPr>
        <p:spPr>
          <a:xfrm>
            <a:off x="2944711" y="1474866"/>
            <a:ext cx="3065791" cy="9415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FF0000"/>
                </a:solidFill>
              </a:rPr>
              <a:t>extract_load.py</a:t>
            </a:r>
            <a:endParaRPr lang="en-US" sz="1400" dirty="0">
              <a:solidFill>
                <a:srgbClr val="FF0000"/>
              </a:solidFill>
            </a:endParaRPr>
          </a:p>
          <a:p>
            <a:pPr algn="ctr"/>
            <a:r>
              <a:rPr lang="en-US" sz="1400" dirty="0">
                <a:solidFill>
                  <a:schemeClr val="tx2"/>
                </a:solidFill>
              </a:rPr>
              <a:t>Download from API Extract csv files 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</a:rPr>
              <a:t>Filter 01-2012 to 12-2016 and combine the dataset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7D1C47-6208-45BA-307B-67A484FE14F2}"/>
              </a:ext>
            </a:extLst>
          </p:cNvPr>
          <p:cNvSpPr/>
          <p:nvPr/>
        </p:nvSpPr>
        <p:spPr>
          <a:xfrm>
            <a:off x="3373126" y="2748411"/>
            <a:ext cx="2187702" cy="68058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FF0000"/>
                </a:solidFill>
              </a:rPr>
              <a:t>validate.py</a:t>
            </a:r>
            <a:endParaRPr lang="en-US" sz="1400" dirty="0">
              <a:solidFill>
                <a:srgbClr val="FF0000"/>
              </a:solidFill>
            </a:endParaRPr>
          </a:p>
          <a:p>
            <a:pPr algn="ctr"/>
            <a:r>
              <a:rPr lang="en-US" sz="1400" dirty="0">
                <a:solidFill>
                  <a:schemeClr val="tx2"/>
                </a:solidFill>
              </a:rPr>
              <a:t>Validate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</a:rPr>
              <a:t>Data profiling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D1E13-1A26-86B4-52E8-D7CFC0336667}"/>
              </a:ext>
            </a:extLst>
          </p:cNvPr>
          <p:cNvSpPr/>
          <p:nvPr/>
        </p:nvSpPr>
        <p:spPr>
          <a:xfrm>
            <a:off x="3670838" y="5341503"/>
            <a:ext cx="2425162" cy="121878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Generated Output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transformed.csv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hashed.csv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failed.csv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66781092-7081-91EF-43B6-3A247184209C}"/>
              </a:ext>
            </a:extLst>
          </p:cNvPr>
          <p:cNvSpPr/>
          <p:nvPr/>
        </p:nvSpPr>
        <p:spPr>
          <a:xfrm>
            <a:off x="3264197" y="3742012"/>
            <a:ext cx="2317897" cy="1095154"/>
          </a:xfrm>
          <a:prstGeom prst="diamond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All Validate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512C67-810C-9EC7-ECCA-02A0B77DBB6F}"/>
              </a:ext>
            </a:extLst>
          </p:cNvPr>
          <p:cNvSpPr/>
          <p:nvPr/>
        </p:nvSpPr>
        <p:spPr>
          <a:xfrm>
            <a:off x="1055229" y="4932000"/>
            <a:ext cx="2187702" cy="68058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FF0000"/>
                </a:solidFill>
              </a:rPr>
              <a:t>transformation.py</a:t>
            </a:r>
            <a:endParaRPr lang="en-US" sz="1400" dirty="0">
              <a:solidFill>
                <a:srgbClr val="FF0000"/>
              </a:solidFill>
            </a:endParaRPr>
          </a:p>
          <a:p>
            <a:pPr algn="ctr"/>
            <a:r>
              <a:rPr lang="en-US" sz="1400" dirty="0">
                <a:solidFill>
                  <a:schemeClr val="tx2"/>
                </a:solidFill>
              </a:rPr>
              <a:t>Transformation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0DA553-E9A1-E3A5-7419-BFBCBA45842A}"/>
              </a:ext>
            </a:extLst>
          </p:cNvPr>
          <p:cNvSpPr/>
          <p:nvPr/>
        </p:nvSpPr>
        <p:spPr>
          <a:xfrm>
            <a:off x="6631174" y="4092237"/>
            <a:ext cx="2187702" cy="68058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Failed Dataset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EB5DBD8-A6FC-F28E-E37D-29AA21D29050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4466977" y="1200882"/>
            <a:ext cx="10630" cy="273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4B95F2F-E4C8-5B56-E49B-D1E9B28B753B}"/>
              </a:ext>
            </a:extLst>
          </p:cNvPr>
          <p:cNvCxnSpPr/>
          <p:nvPr/>
        </p:nvCxnSpPr>
        <p:spPr>
          <a:xfrm>
            <a:off x="4466977" y="2313988"/>
            <a:ext cx="0" cy="428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A8DA35A-8CFD-16C0-81BA-D8CEC33D852E}"/>
              </a:ext>
            </a:extLst>
          </p:cNvPr>
          <p:cNvCxnSpPr/>
          <p:nvPr/>
        </p:nvCxnSpPr>
        <p:spPr>
          <a:xfrm>
            <a:off x="4435078" y="3429000"/>
            <a:ext cx="0" cy="292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1E8090E8-8F08-7929-C1F6-D3DFD7A62A39}"/>
              </a:ext>
            </a:extLst>
          </p:cNvPr>
          <p:cNvCxnSpPr>
            <a:endCxn id="19" idx="1"/>
          </p:cNvCxnSpPr>
          <p:nvPr/>
        </p:nvCxnSpPr>
        <p:spPr>
          <a:xfrm>
            <a:off x="5629836" y="4284921"/>
            <a:ext cx="1001338" cy="14761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F3ACCBF8-A3C9-10D8-14FE-9A5DCEBA159A}"/>
              </a:ext>
            </a:extLst>
          </p:cNvPr>
          <p:cNvCxnSpPr>
            <a:stCxn id="18" idx="3"/>
            <a:endCxn id="15" idx="1"/>
          </p:cNvCxnSpPr>
          <p:nvPr/>
        </p:nvCxnSpPr>
        <p:spPr>
          <a:xfrm>
            <a:off x="3242931" y="5272295"/>
            <a:ext cx="427907" cy="67860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B49371D4-5428-4FB4-8A36-9F1B9C56F77C}"/>
              </a:ext>
            </a:extLst>
          </p:cNvPr>
          <p:cNvCxnSpPr>
            <a:stCxn id="16" idx="1"/>
            <a:endCxn id="18" idx="0"/>
          </p:cNvCxnSpPr>
          <p:nvPr/>
        </p:nvCxnSpPr>
        <p:spPr>
          <a:xfrm rot="10800000" flipV="1">
            <a:off x="2149081" y="4289588"/>
            <a:ext cx="1115117" cy="64241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02D0800-1DB3-33E2-518D-4157B07CFFE5}"/>
              </a:ext>
            </a:extLst>
          </p:cNvPr>
          <p:cNvSpPr txBox="1"/>
          <p:nvPr/>
        </p:nvSpPr>
        <p:spPr>
          <a:xfrm>
            <a:off x="5895945" y="4003913"/>
            <a:ext cx="540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941C76-D2A3-9E78-EADC-9E445DC53955}"/>
              </a:ext>
            </a:extLst>
          </p:cNvPr>
          <p:cNvSpPr txBox="1"/>
          <p:nvPr/>
        </p:nvSpPr>
        <p:spPr>
          <a:xfrm>
            <a:off x="2521908" y="3989394"/>
            <a:ext cx="657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2942139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52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 K</dc:creator>
  <cp:lastModifiedBy>Ram K</cp:lastModifiedBy>
  <cp:revision>4</cp:revision>
  <dcterms:created xsi:type="dcterms:W3CDTF">2026-07-19T13:12:41Z</dcterms:created>
  <dcterms:modified xsi:type="dcterms:W3CDTF">2026-07-19T13:59:44Z</dcterms:modified>
</cp:coreProperties>
</file>